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1FFA-FA2A-A164-A5D2-0A44C9C4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22DEF-5F52-5069-EA01-4EB56BDC0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C511D-937A-A2D0-36D9-9F2A0D848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A10F-6A09-F68E-A74A-088273DE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C4CF3-D494-6DC9-A833-CEFBD6B6C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55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D964-48B7-3544-960A-01758AF1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DC48E-F6C9-008E-6743-5ACF73A54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52AE7-CBB9-563D-3916-19621DF4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44D79-C453-B7D4-35C3-5F3252EDE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F0111-54D7-6FC1-A3CD-290157F59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72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07E5-79DC-A406-5353-E24B2B47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61033-BAC8-37BC-1F03-C8330A8A6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C4248-FBBF-AED5-17CA-BD619EE2D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6354A-BB9B-BB17-2E83-DDF97880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0FBF8-CA3A-475B-7B8E-B443BBFE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644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04C6-7CC6-2481-C95B-89BE97FFC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8B1E3-AF3D-F0C2-5B68-2CE55113E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17A65-E031-76C8-5B7D-86F515F2D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F5C4E-2160-681E-04A1-5FA121FF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B6785-BF3D-20B5-9CA5-32BCCB3A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97F7B-0EB3-AE68-4419-21C66F46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668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B738-F80E-3562-07B5-9DEA0D14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0AC8F-1E10-DA90-88FA-CBD82891E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2FCAF-2286-AB2E-7C50-218DCE4F3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7FA9D-4478-BDEA-6B8D-D06DE13B5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377AF-35AE-9330-E952-E3AC97BAF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00FE7-E43F-647C-1F7B-50317B717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47E7FE-62C3-3E6C-1CD4-202B154A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AFC41-DAD0-2CDE-6607-2F69EEA7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88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5005-A903-EADB-24C2-D4DD02C9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1D6F0-5804-3175-B028-75FA6A59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AA1E3-40A2-24FA-4B13-A2A64911E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59312-04C5-EDAC-EEC8-680782E2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032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E040F-8D06-E7AC-0952-F18A51AF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E706E-962C-34FA-84F1-3FC81FC2C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AB457-0C4D-DEB9-A9DA-A3D7448D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0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578A-F381-1378-93C0-82E08F9E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2232-98C5-DFA0-2F79-E65137A05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99707-EC2F-F517-225D-E540DFEAB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7D503-CA18-42EF-528A-3DF42C83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AF36D-EC08-FEF8-C86A-43CC833B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0BABA-15D2-DD1B-1068-53427EF1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54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7C16-C05F-76B5-F685-5C9DDE22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0972E0-32B9-39BA-F2DC-4FF70613D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32710-5C60-4E3B-57C3-5D7AC3B6C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02103-2B31-5D02-5AC5-49656585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EC25D-6D35-82F4-CED8-088E45DD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5DD53-13B6-4A26-0C6B-A2AFB5C9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9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EF77-745A-359B-4032-64BAA764F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F2864-398B-3A79-8CC7-F2313466C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F88CC-A79C-A21C-9CDB-DB0F4A23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76015-4096-6630-9ED5-E2F9745B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528A3-FC0C-DD9D-45F6-004D3885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0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5D65C-2C6C-3C74-970B-FE7463D2B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C30A9-B76D-4036-9F35-6E67CBBD1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A7DCB-BC2A-166E-0E4C-3EB73FD6E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16812-C75E-3253-2E05-02A237B0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32E40-499F-DEA1-3A6F-9FFE56BB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18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EC4FE-9B71-5CB5-7170-FA31EE016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00B01-A274-C000-09A6-962DCF902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19248-13E4-AA06-398B-8AEBBE7A2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E32D6-AC79-410B-BFBE-A142B3523731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599B2-7757-F220-6C9A-E549C41B4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1A0C6-EE6F-CA3E-16D5-1B5D62F62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2AF7E-6490-4C0D-AD1D-1BD973628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26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7193-0B6D-0173-AF07-82100BF17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8670" y="1859209"/>
            <a:ext cx="6440129" cy="1891224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Cloud Storage Mechanisms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8D3B0-D503-993A-90EF-9C47A7E0D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394" y="4488253"/>
            <a:ext cx="2743200" cy="90211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Santhiya Lakshmi K</a:t>
            </a: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780" y="255299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7D4DBF-A2BA-5CD6-634E-B999DCB82185}"/>
              </a:ext>
            </a:extLst>
          </p:cNvPr>
          <p:cNvSpPr txBox="1"/>
          <p:nvPr/>
        </p:nvSpPr>
        <p:spPr>
          <a:xfrm>
            <a:off x="2153265" y="3060548"/>
            <a:ext cx="8524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CSA1521- Cloud Computing and Big Data Analytics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71F2A3-5865-34C0-ABD6-DB8DA80D50F5}"/>
              </a:ext>
            </a:extLst>
          </p:cNvPr>
          <p:cNvSpPr txBox="1"/>
          <p:nvPr/>
        </p:nvSpPr>
        <p:spPr>
          <a:xfrm>
            <a:off x="8057535" y="4461941"/>
            <a:ext cx="3161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by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Beffy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Shanika(192511387)</a:t>
            </a:r>
          </a:p>
        </p:txBody>
      </p:sp>
    </p:spTree>
    <p:extLst>
      <p:ext uri="{BB962C8B-B14F-4D97-AF65-F5344CB8AC3E}">
        <p14:creationId xmlns:p14="http://schemas.microsoft.com/office/powerpoint/2010/main" val="3328582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DE99-CE89-2C5A-AC39-C544251EE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7023"/>
            <a:ext cx="9144000" cy="493184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CDB65-9F56-82B5-8897-B9C21F27E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01978"/>
            <a:ext cx="9704438" cy="3165987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Storage?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is a service that stores data on remote servers instead of a local computer.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can be accessed anytime using the Internet.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by cloud service providers.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and scalable storage.</a:t>
            </a:r>
          </a:p>
          <a:p>
            <a:endParaRPr lang="en-IN" dirty="0"/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960" y="255299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908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D5B0-0ED8-82F7-2611-7AD54283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9001"/>
            <a:ext cx="10515600" cy="529153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Cloud Storage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04FF9-D361-5A04-1D86-FA6AB362E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7812"/>
            <a:ext cx="10515600" cy="348348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a file.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travels through the Internet.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provider stores it in data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replicated for backup.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access it from any device.</a:t>
            </a:r>
          </a:p>
          <a:p>
            <a:endParaRPr lang="en-IN" dirty="0"/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70" y="310040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ta Processing Center. Connecting the server farm to the computer with files. Abstract digital storage. Database concept. Vector illustration.">
            <a:extLst>
              <a:ext uri="{FF2B5EF4-FFF2-40B4-BE49-F238E27FC236}">
                <a16:creationId xmlns:a16="http://schemas.microsoft.com/office/drawing/2014/main" id="{DFEDB4AB-9234-6880-23BE-10BA1239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129" y="2818462"/>
            <a:ext cx="4111880" cy="32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50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42" y="371823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F86F8C-59AF-4D37-82EE-E4BBF61D2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69" y="1555829"/>
            <a:ext cx="11108725" cy="53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9103-74AD-4705-3271-765AAEAF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932" y="1588443"/>
            <a:ext cx="10515600" cy="70991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Cloud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D941E-B33E-708A-3881-52F398652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587"/>
            <a:ext cx="10515600" cy="407742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b="1" dirty="0"/>
              <a:t>1.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photos, videos, backups, and documents.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scalable.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File Storage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files in folders.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shared files.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Block Storage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blocks. 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databases and virtual machines.</a:t>
            </a:r>
          </a:p>
          <a:p>
            <a:endParaRPr lang="en-IN" dirty="0"/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32" y="345989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What Is Object Storage? It's Crucial for Managing Cloud Data">
            <a:extLst>
              <a:ext uri="{FF2B5EF4-FFF2-40B4-BE49-F238E27FC236}">
                <a16:creationId xmlns:a16="http://schemas.microsoft.com/office/drawing/2014/main" id="{3021C3B7-038B-ECE9-51BC-9E999B275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005" y="2631989"/>
            <a:ext cx="4616795" cy="331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39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3B44-D978-F050-0FF6-2DFA394CC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5" y="1834226"/>
            <a:ext cx="10515600" cy="68435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3B7C1-46F1-A7A0-6D8F-4215DEEC9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347" y="2298358"/>
            <a:ext cx="4561703" cy="376739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Drive: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a file.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is stored in Google's cloud servers.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backed up automatically.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accesses the file from any device.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780" y="455479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FFA370-E1E3-A8F7-7BA8-A24C2362128B}"/>
              </a:ext>
            </a:extLst>
          </p:cNvPr>
          <p:cNvSpPr txBox="1"/>
          <p:nvPr/>
        </p:nvSpPr>
        <p:spPr>
          <a:xfrm>
            <a:off x="7549979" y="2898672"/>
            <a:ext cx="3558746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GB free storage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sharing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612158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06B9-C60A-4031-0EC6-A90F4D789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43450"/>
            <a:ext cx="10515600" cy="59937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Cloud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B755F-B79A-EBEE-C39E-6BBA916C5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681" y="2694579"/>
            <a:ext cx="5257800" cy="384120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from anywhere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backup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security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storage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sharing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recovery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hardware maintenance</a:t>
            </a: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31" y="253878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ive Benefits of Storing Data in the Cloud">
            <a:extLst>
              <a:ext uri="{FF2B5EF4-FFF2-40B4-BE49-F238E27FC236}">
                <a16:creationId xmlns:a16="http://schemas.microsoft.com/office/drawing/2014/main" id="{29BB16AE-7427-3E72-78DF-9B280A547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574" y="2460744"/>
            <a:ext cx="3839096" cy="336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72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F280-F8AE-BD3B-DA93-440F83A1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04286"/>
            <a:ext cx="10515600" cy="691979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7023A-9151-A057-38E5-7D9F8AC58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4919"/>
            <a:ext cx="5710881" cy="35820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Different Industries: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780" y="374362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7721FF-BAB8-08D9-1093-67DB9FC10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97758"/>
              </p:ext>
            </p:extLst>
          </p:nvPr>
        </p:nvGraphicFramePr>
        <p:xfrm>
          <a:off x="1243780" y="2872985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964747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17168025"/>
                    </a:ext>
                  </a:extLst>
                </a:gridCol>
              </a:tblGrid>
              <a:tr h="18407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471696"/>
                  </a:ext>
                </a:extLst>
              </a:tr>
              <a:tr h="32553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 -</a:t>
                      </a:r>
                      <a:r>
                        <a:rPr lang="en-IN" sz="2000" dirty="0"/>
                        <a:t>Online learning materials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526757"/>
                  </a:ext>
                </a:extLst>
              </a:tr>
              <a:tr h="32553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 -</a:t>
                      </a:r>
                      <a:r>
                        <a:rPr lang="en-IN" sz="2000" dirty="0"/>
                        <a:t>Patient records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964990"/>
                  </a:ext>
                </a:extLst>
              </a:tr>
              <a:tr h="32553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Banking -</a:t>
                      </a:r>
                      <a:r>
                        <a:rPr lang="en-IN" sz="2000" dirty="0"/>
                        <a:t>Secure document storage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799045"/>
                  </a:ext>
                </a:extLst>
              </a:tr>
              <a:tr h="32553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-</a:t>
                      </a: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IN" sz="2000" dirty="0"/>
                        <a:t>eam collaboration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051295"/>
                  </a:ext>
                </a:extLst>
              </a:tr>
              <a:tr h="32553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 -</a:t>
                      </a:r>
                      <a:r>
                        <a:rPr lang="en-IN" sz="2000" dirty="0"/>
                        <a:t>Photo and video storage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136506"/>
                  </a:ext>
                </a:extLst>
              </a:tr>
              <a:tr h="171039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 -</a:t>
                      </a:r>
                      <a:r>
                        <a:rPr lang="en-IN" sz="2000" dirty="0"/>
                        <a:t>Digital records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035835"/>
                  </a:ext>
                </a:extLst>
              </a:tr>
            </a:tbl>
          </a:graphicData>
        </a:graphic>
      </p:graphicFrame>
      <p:pic>
        <p:nvPicPr>
          <p:cNvPr id="6" name="Picture 5" descr="Understanding Big Data Analytics and Why It Matters">
            <a:extLst>
              <a:ext uri="{FF2B5EF4-FFF2-40B4-BE49-F238E27FC236}">
                <a16:creationId xmlns:a16="http://schemas.microsoft.com/office/drawing/2014/main" id="{FBB99A66-5298-7149-1940-FC52F38B2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738" y="2594919"/>
            <a:ext cx="523875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753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B689-E905-03CA-9C68-9BDD8821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697" y="1650229"/>
            <a:ext cx="10515600" cy="59870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909B0-CE90-B509-BCA3-9EB6A6D87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142" y="2657410"/>
            <a:ext cx="5859162" cy="39033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concerns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subscription costs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 speed depends on network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outages may affect accessibility</a:t>
            </a: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42" y="365125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est Cloud Storage Alternatives: Cheaper, Safer &amp; Faster Options">
            <a:extLst>
              <a:ext uri="{FF2B5EF4-FFF2-40B4-BE49-F238E27FC236}">
                <a16:creationId xmlns:a16="http://schemas.microsoft.com/office/drawing/2014/main" id="{9CA16A08-046E-647B-28FA-26179AF48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533" y="2535381"/>
            <a:ext cx="4875770" cy="361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1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4FCDE-C62D-28E9-B831-3F3D5D41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32" y="1893919"/>
            <a:ext cx="10515600" cy="862184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A011F-F24F-2B85-996D-8124AC919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333"/>
            <a:ext cx="10515600" cy="3001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provides secure and reliable online data storage.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access from anywhere using the Internet. It supports collaboration, backup, and disaster recovery.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education, healthcare, banking, and business.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is an essential technology in modern cloud computing.</a:t>
            </a:r>
          </a:p>
        </p:txBody>
      </p:sp>
      <p:pic>
        <p:nvPicPr>
          <p:cNvPr id="4" name="Picture 3" descr="SSE-Computer Science and Engineering">
            <a:extLst>
              <a:ext uri="{FF2B5EF4-FFF2-40B4-BE49-F238E27FC236}">
                <a16:creationId xmlns:a16="http://schemas.microsoft.com/office/drawing/2014/main" id="{E5B29858-51F2-AD2A-8DF2-37506475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13" y="322397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1427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65C7-B25F-51D2-421C-03005EDD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4174"/>
            <a:ext cx="10515600" cy="524561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C258-AAEC-5245-0A4D-147F77B19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1859"/>
            <a:ext cx="10515600" cy="441136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Zeng, W., Zhao, Y., Ou, K., &amp; Song, W. (2009, November). Research on cloud storage architecture and key technologies. In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2nd International Conference on Interaction Sciences: Information Technology, Culture and Human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1044-1048).</a:t>
            </a:r>
          </a:p>
          <a:p>
            <a:pPr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Connor, D., Corrigan, P. H., Bagley, J. E., &amp; NOW, S. S. (2011). Cloud storage: Adoption, practice and deployment.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Outlook Report from Storage Strategies NOW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11-42.</a:t>
            </a:r>
          </a:p>
          <a:p>
            <a:pPr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Tahir, A., Chen, F., Khan, H. U., Ming, Z., Ahmad, A., Nazir, S., &amp; Shafiq, M. (2020). A systematic review on cloud storage mechanisms concerning e-healthcare systems.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(18), 5392.</a:t>
            </a:r>
          </a:p>
          <a:p>
            <a:pPr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Y., Xu, C., &amp; Shen, X. S. (2020).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in cloud storage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1-171). Berlin/Heidelberg, Germany: Springer.</a:t>
            </a:r>
          </a:p>
          <a:p>
            <a:pPr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M., Pan, L., &amp; Liu, S. (2023). Cost optimization for cloud storage from user perspectives: Recent advances, taxonomy, and survey.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Computing Surveys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(13s), 1-37.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C4E4FD48-8AB0-7AB5-6873-E6B2F5121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13" y="322397"/>
            <a:ext cx="9704439" cy="9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80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76EE1F-8985-197D-789C-39C8303F3180}"/>
              </a:ext>
            </a:extLst>
          </p:cNvPr>
          <p:cNvSpPr txBox="1"/>
          <p:nvPr/>
        </p:nvSpPr>
        <p:spPr>
          <a:xfrm>
            <a:off x="3581400" y="2533135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3533207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Understanding Cloud Storage Mechanisms  </vt:lpstr>
      <vt:lpstr>Introduction</vt:lpstr>
      <vt:lpstr>How Cloud Storage Works</vt:lpstr>
      <vt:lpstr>PowerPoint Presentation</vt:lpstr>
      <vt:lpstr>Types of Cloud Storage</vt:lpstr>
      <vt:lpstr>Practical Example</vt:lpstr>
      <vt:lpstr>Advantages of Cloud Storage</vt:lpstr>
      <vt:lpstr>Application</vt:lpstr>
      <vt:lpstr>Challenges</vt:lpstr>
      <vt:lpstr>Conclusion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BEFFY A SHANIKA</dc:creator>
  <cp:lastModifiedBy>BEFFY A SHANIKA</cp:lastModifiedBy>
  <cp:revision>1</cp:revision>
  <dcterms:created xsi:type="dcterms:W3CDTF">2026-07-22T17:16:39Z</dcterms:created>
  <dcterms:modified xsi:type="dcterms:W3CDTF">2026-07-22T17:16:39Z</dcterms:modified>
</cp:coreProperties>
</file>